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SISTEM PENGADUAN MASYARAKAT BERBASIS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Implementasi E-Government untuk Pelayanan Publik Digital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Abstrak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Penelitian bertujuan mengembangkan Sistem Pengaduan Masyarakat berbasis web sebagai implementasi E-Government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Teknologi: Node.js + Express.js (Backend), React.js (Frontend), PostgreSQL (Database)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Fitur utama: registrasi, pembuatan pengaduan, pelacakan status, notifikasi, dan rating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Tiga modul pengguna: Masyarakat, Petugas, dan Admin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Sistem mendukung transparansi dan akuntabilitas pelayanan publik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Kata Kunci: E-Government, Web Application, Node.js, React.js, Sistem Pengaduan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LATAR BELAKANG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Latar Belakang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E-Government menjadi kebutuhan di era transformasi digital untuk meningkatkan pelayanan publik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Perpres No. 76/2013 mewajibkan setiap instansi pemerintah menyediakan mekanisme pengaduan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Sistem pengaduan konvensional memiliki keterbatasan: akses terbatas, pelacakan sulit, transparansi rendah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Teknologi web modern (Node.js, React.js) menawarkan solusi scalable dan user-friendly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Kebutuhan sistem terpusat untuk mengelola, melacak, dan merespons pengaduan masyarakat secara efisien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RUMUSAN MASALAH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Rumusan Masalah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Bagaimana merancang dan mengembangkan sistem pengaduan masyarakat berbasis web yang efektif dan efisien?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Bagaimana mengimplementasikan arsitektur sistem yang scalable menggunakan teknologi Node.js dan React.js?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Bagaimana memastikan keamanan data dan privasi pengguna dalam sistem pengaduan online?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Tujuan Penelitian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Mengembangkan sistem pengaduan masyarakat berbasis web dengan fitur lengkap untuk mendukung E-Government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Mengimplementasikan arsitektur client-server menggunakan Node.js, Express.js, PostgreSQL, dan React.js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Menyediakan sistem yang memudahkan masyarakat menyampaikan pengaduan dan memantau statusnya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Memberikan tools bagi petugas dan admin untuk mengelola pengaduan secara efektif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METODE PENELITIAN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Metodologi Waterfall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Menggunakan metode pengembangan Waterfall (sequential approach)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Tahap 1 - Analisis Kebutuhan: Identifikasi kebutuhan fungsional dan non-fungsional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Tahap 2 - Perancangan Sistem: Arsitektur sistem dan diagram UML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Tahap 3 - Implementasi: Pengembangan backend dan frontend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Tahap 4 - Pengujian: Unit testing dan integration testing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Analisis Kebutuhan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Kebutuhan Fungsional: Registrasi, login, CRUD pengaduan, manajemen status, notifikasi, rating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Performance: Minimal 100 concurrent users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Security: Autentikasi JWT dan enkripsi password dengan bcrypt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Usability: Antarmuka intuitif dan responsif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Scalability: Arsitektur yang mendukung pertumbuhan pengguna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Availability: Uptime 99%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ANALISIS &amp; PERANCANGAN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Arsitektur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Arsitektur Client-Server: Pemisahan frontend dan backend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Frontend (React.js): Aplikasi yang berjalan di browser pengguna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Backend (Node.js + Express.js): RESTful API untuk business logic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Database (PostgreSQL): Penyimpanan data persistent dengan ACID compliance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Authentication: JWT (JSON Web Token) untuk manajemen sesi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Containerization: Docker untuk deployment yang konsisten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Diagram UML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Use Case Diagram: 3 aktor (Masyarakat, Petugas, Admin) dengan 15+ use cases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Activity Diagram: Alur proses pengaduan dari registrasi hingga penyelesaian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Sequence Diagram: Interaksi antar komponen sistem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Class Diagram: Struktur data User, Pengaduan, Kategori, Tanggapan, Notifikasi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Entity Relationship Diagram: Relasi antar tabel database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IMPLEMENTASI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Teknologi yang Digunakan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Backend: Node.js v18, Express.js v4, PostgreSQL v14, JWT, Bcrypt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Frontend: React.js v18, React Router v6, Axios, CSS Modules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DevOps: Docker &amp; Docker Compose, ESLint, Git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API Design: RESTful endpoints dengan middleware authentication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Struktur modular: controllers, routes, middleware, models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Implementasi Keamanan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Autentikasi JWT: Token-based authentication dengan expiry time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Password Hashing: Bcrypt dengan salt rounds untuk enkripsi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Role-Based Access Control: Pembatasan akses berdasarkan role (masyarakat, petugas, admin)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Input Validation: Validasi dan sanitasi input untuk mencegah injection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CORS Configuration: Pembatasan akses cross-origin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Environment Variables: Pemisahan konfigurasi sensitif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HASIL &amp; PEMBAHASAN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Hasil Implementasi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Modul Masyarakat: Registrasi, login, dashboard, form pengaduan, pelacakan status, notifikasi, rating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Modul Petugas: Dashboard pengaduan, detail lengkap dengan bukti, update status, pembuatan tanggapan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Modul Admin: Dashboard statistik, manajemen pengguna, manajemen kategori, assignment, laporan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Alur Status: pending -&gt; diproses -&gt; selesai/ditolak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Upload Bukti: Mendukung upload file gambar sebagai bukti pengaduan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Kelebihan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Modular &amp; Scalable: Arsitektur terpisah memungkinkan pengembangan independen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Keamanan: Implementasi JWT dan bcrypt memberikan lapisan keamanan memadai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User-Friendly: Antarmuka React yang responsif dengan UX yang baik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Real-Time Tracking: Masyarakat dapat memantau status pengaduan secara langsung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Containerized: Docker mempermudah deployment dan portabilitas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RESTful API: Memudahkan integrasi dengan sistem lain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KESIMPULAN &amp; SARAN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Kesimpulan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Sistem Pengaduan Masyarakat berbasis web berhasil dikembangkan dengan Node.js, Express.js, React.js, dan PostgreSQL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Sistem memfasilitasi proses pengaduan lengkap: registrasi, pembuatan, pelacakan, hingga penyelesaian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Arsitektur client-server memberikan fleksibilitas, skalabilitas, dan kemudahan pemeliharaan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Implementasi keamanan JWT dan password hashing memberikan perlindungan yang memadai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Sistem telah melalui pengujian unit dan integrasi dengan hasil memuaskan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Saran Pengembangan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Integrasi Multi-Channel: WhatsApp, SMS, email untuk notifikasi komprehensif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Mobile Application: Pengembangan aplikasi React Native untuk akses mobile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Dashboard Analytics: Visualisasi data untuk mendukung pengambilan keputusan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Integrasi API: Koneksi dengan sistem e-government lain (LAPOR!)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AI-Powered Categorization: Machine learning untuk kategorisasi otomatis</a:t>
            </a:r>
          </a:p>
          <a:p>
            <a:pPr>
              <a:spcAft>
                <a:spcPts val="1200"/>
              </a:spcAft>
              <a:defRPr sz="1800">
                <a:solidFill>
                  <a:srgbClr val="003366"/>
                </a:solidFill>
              </a:defRPr>
            </a:pPr>
            <a:r>
              <a:t>• Real-Time Chat: Komunikasi langsung antara masyarakat dan petugas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Terima Kasih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Sistem Pengaduan Masyarakat - E-Government Implementation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