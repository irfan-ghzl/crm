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SISTEM PENGADUAN MASYARAKAT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Layanan Pengaduan Digital untuk Masyarakat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Tentang Sistem 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Sistem online untuk menyampaikan pengaduan kepada pemerintah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Masyarakat dapat melaporkan keluhan dari mana saja dan kapan saja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Mudah melacak perkembangan pengaduan yang sudah disampaikan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Membantu pemerintah merespons keluhan masyarakat dengan lebih cepat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Meningkatkan transparansi dalam pelayanan publik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LATAR BELAKANG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Mengapa Sistem Ini Dibutuhkan?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Masyarakat sering kesulitan menyampaikan keluhan ke pemerintah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Pengaduan manual membutuhkan waktu dan tenaga yang lebih banyak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Sulit mengetahui apakah pengaduan sudah ditangani atau belum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Era digital memungkinkan pelayanan yang lebih mudah dan cepat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Diperlukan sistem yang mempermudah komunikasi masyarakat dengan pemerintah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RUMUSAN MASALAH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Pertanyaan yang Ingin Dijawab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Bagaimana cara mempermudah masyarakat dalam menyampaikan pengaduan?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Bagaimana membuat sistem yang dapat diakses dari mana saja?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Bagaimana memastikan pengaduan ditangani dengan baik dan transparan?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Tujuan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Membuat sistem pengaduan yang mudah digunakan oleh semua kalangan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Menyediakan layanan yang bisa diakses 24 jam dari komputer atau handphone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Membantu masyarakat memantau status pengaduan mereka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Memudahkan petugas dalam mengelola dan merespons pengaduan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METODE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Langkah-Langkah Pengembangan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Tahap 1: Mengumpulkan informasi tentang kebutuhan masyarakat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Tahap 2: Merancang tampilan dan alur penggunaan sistem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Tahap 3: Membangun sistem sesuai rancangan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Tahap 4: Menguji sistem untuk memastikan berjalan dengan baik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Kebutuhan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Kemudahan: Sistem harus mudah dipahami dan digunakan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Kecepatan: Sistem harus berjalan dengan cepat tanpa hambatan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Keamanan: Data masyarakat harus dilindungi dengan baik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Ketersediaan: Sistem dapat diakses kapan saja diperlukan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ANALISIS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Siapa yang Menggunakan Sistem?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Masyarakat: Membuat dan memantau pengaduan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Petugas: Menangani dan merespons pengaduan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Admin: Mengelola sistem dan pengguna secara keseluruhan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Alur Pengaduan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Masyarakat mendaftar dan masuk ke sistem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Membuat pengaduan dengan mengisi formulir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Melampirkan bukti jika diperlukan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Petugas menerima dan memproses pengaduan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Masyarakat menerima informasi update status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Pengaduan selesai ditangani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IMPLEMENTASI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Fitur Utama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Halaman pendaftaran dan login yang mudah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Formulir pengaduan yang sederhana dan jelas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Fitur upload bukti foto atau dokumen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Notifikasi update status pengaduan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Dashboard untuk melihat riwayat pengaduan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Keamanan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Akun dilindungi dengan username dan password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Data pengaduan hanya bisa dilihat oleh pihak yang berwenang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Setiap pengguna memiliki akses sesuai perannya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Informasi pribadi masyarakat dijaga kerahasiaannya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HASIL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Hasil yang Dicapai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Sistem berhasil dibangun dan dapat digunakan dengan baik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Masyarakat dapat membuat pengaduan dengan mudah dari rumah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Petugas dapat mengelola pengaduan dengan lebih teratur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Status pengaduan dapat dipantau secara langsung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Proses penanganan pengaduan menjadi lebih cepat dan transparan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Kelebihan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Mudah digunakan oleh semua kalangan masyarakat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Dapat diakses dari komputer atau handphone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Proses pengaduan menjadi lebih cepat dan efisien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Masyarakat dapat memantau perkembangan pengaduan mereka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Membantu pemerintah dalam memberikan pelayanan yang lebih baik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KESIMPULAN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Kesimpulan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Sistem pengaduan online berhasil dikembangkan dengan baik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Masyarakat kini memiliki cara yang lebih mudah untuk menyampaikan keluhan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Pemerintah dapat merespons pengaduan dengan lebih cepat dan terorganisir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Sistem membantu meningkatkan kualitas pelayanan publik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Transparansi dalam penanganan pengaduan semakin meningkat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Saran Pengembangan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Menambahkan notifikasi melalui SMS atau WhatsApp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Membuat aplikasi khusus untuk handphone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Menambahkan fitur chat langsung dengan petugas</a:t>
            </a:r>
          </a:p>
          <a:p>
            <a:pPr>
              <a:spcAft>
                <a:spcPts val="1400"/>
              </a:spcAft>
              <a:defRPr sz="2000">
                <a:solidFill>
                  <a:srgbClr val="003366"/>
                </a:solidFill>
              </a:defRPr>
            </a:pPr>
            <a:r>
              <a:t>• Mengintegrasikan dengan layanan pemerintah lainnya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Sistem Pengaduan Masyarakat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